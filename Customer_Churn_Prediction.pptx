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Accuracy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78</c:v>
                </c:pt>
                <c:pt idx="2">
                  <c:v>85</c:v>
                </c:pt>
                <c:pt idx="3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SCIENCE  |  MACHINE LEARNING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50292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57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attrition through behavioral &amp; account analytics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retention and reduce revenue loss.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59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128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1097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Attrition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lose significant revenue when customers leave — yet early signals are often missed.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18688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16128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49040" y="1097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Ineffective Detection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55848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methods fail to capture complex behavioral patterns that predict churn.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63056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63056" y="109728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16128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93408" y="1097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ML-Powered Solution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300216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analyze multi-dimensional data to accurately predict churn probability.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GOAL: Build a classification model that identifies customers likely to churn before they do.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1188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Dataset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Source: Kaggle / IBM Sample 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" y="2331720"/>
            <a:ext cx="3840480" cy="658368"/>
          </a:xfrm>
          <a:prstGeom prst="rect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3317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~7,000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91640" y="23317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Records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108960"/>
            <a:ext cx="3840480" cy="658368"/>
          </a:xfrm>
          <a:prstGeom prst="rect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1089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21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9164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 Columns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3886200"/>
            <a:ext cx="3840480" cy="658368"/>
          </a:xfrm>
          <a:prstGeom prst="rect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88620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26.5%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691640" y="38862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1051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1508760"/>
            <a:ext cx="1965960" cy="54864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1508760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Gender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12280" y="1508760"/>
            <a:ext cx="1965960" cy="54864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12280" y="1508760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SeniorCitizen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63440" y="2167128"/>
            <a:ext cx="1965960" cy="548640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5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2167128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2167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Tenure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812280" y="2167128"/>
            <a:ext cx="1965960" cy="548640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12280" y="2167128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9440" y="2167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Contract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2825496"/>
            <a:ext cx="196596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63440" y="2825496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28254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MonthlyCharges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812280" y="2825496"/>
            <a:ext cx="196596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12280" y="2825496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0" y="28254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TotalCharges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663440" y="3483864"/>
            <a:ext cx="1965960" cy="54864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3483864"/>
            <a:ext cx="64008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00600" y="34838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InternetService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812280" y="3483864"/>
            <a:ext cx="1965960" cy="54864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12280" y="3483864"/>
            <a:ext cx="64008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49440" y="34838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PaymentMethod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663440" y="4142232"/>
            <a:ext cx="1965960" cy="54864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663440" y="4142232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00600" y="41422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Churn (Target)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645920"/>
            <a:ext cx="210312" cy="7315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0592" y="100584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1645920"/>
            <a:ext cx="210312" cy="7315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00584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92824" y="1645920"/>
            <a:ext cx="210312" cy="7315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03136" y="100584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3429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Train/Test Split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3383280"/>
            <a:ext cx="210312" cy="7315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274320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50592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450592" y="3429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16552" y="3383280"/>
            <a:ext cx="210312" cy="7315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2743200"/>
            <a:ext cx="1965960" cy="141732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26864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626864" y="3429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 Evaluation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92824" y="3383280"/>
            <a:ext cx="210312" cy="7315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2743200"/>
            <a:ext cx="196596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03136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08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03136" y="3429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20724" y="2423160"/>
            <a:ext cx="73152" cy="3200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96996" y="2423160"/>
            <a:ext cx="73152" cy="3200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3268" y="2423160"/>
            <a:ext cx="73152" cy="3200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49540" y="2423160"/>
            <a:ext cx="73152" cy="3200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Programming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377440" cy="438912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739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Python 3.x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27832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27832" y="1051560"/>
            <a:ext cx="27432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27832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Libraries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410712" y="1691640"/>
            <a:ext cx="2377440" cy="438912"/>
          </a:xfrm>
          <a:prstGeom prst="rect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22192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Pandas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410712" y="2258568"/>
            <a:ext cx="2377440" cy="438912"/>
          </a:xfrm>
          <a:prstGeom prst="rect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234086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22192" y="22585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NumPy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410712" y="2825496"/>
            <a:ext cx="2377440" cy="438912"/>
          </a:xfrm>
          <a:prstGeom prst="rect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90779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22192" y="28254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Matplotlib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410712" y="3392424"/>
            <a:ext cx="2377440" cy="438912"/>
          </a:xfrm>
          <a:prstGeom prst="rect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34747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22192" y="33924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Seaborn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3410712" y="3959352"/>
            <a:ext cx="2377440" cy="438912"/>
          </a:xfrm>
          <a:prstGeom prst="rect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404164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822192" y="39593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Scikit-learn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181344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181344" y="105156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181344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Tools &amp; Platforms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64224" y="1691640"/>
            <a:ext cx="2377440" cy="43891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1773936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775704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Jupyter Notebook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6364224" y="2258568"/>
            <a:ext cx="2377440" cy="43891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2340864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775704" y="22585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VS Code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6364224" y="2825496"/>
            <a:ext cx="2377440" cy="43891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7376" y="2907792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775704" y="28254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Google Colab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Used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5156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86968" y="1234440"/>
            <a:ext cx="685800" cy="685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271016"/>
            <a:ext cx="612648" cy="6126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01168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Baseline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2004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" y="28803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Baseline linear classifier. Estimates churn probability using a sigmoid function.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11480" y="4160520"/>
            <a:ext cx="1645920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1480" y="4160520"/>
            <a:ext cx="131673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80% accuracy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423160" y="105156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081528" y="1234440"/>
            <a:ext cx="685800" cy="6858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1271016"/>
            <a:ext cx="612648" cy="6126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651760" y="201168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65176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Interpretable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51460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532888" y="28803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Interpretable tree-based model that splits data by most informative features.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606040" y="4160520"/>
            <a:ext cx="1645920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606040" y="4160520"/>
            <a:ext cx="128381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51460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78% accuracy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17720" y="1051560"/>
            <a:ext cx="201168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276088" y="123444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271016"/>
            <a:ext cx="612648" cy="6126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846320" y="201168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8463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⭐ Best Model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0916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727448" y="28803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Ensemble of decision trees. Reduces overfitting via bagging and feature randomness.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800600" y="4160520"/>
            <a:ext cx="1645920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00600" y="4160520"/>
            <a:ext cx="13990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70916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85% accuracy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812280" y="105156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7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470648" y="1234440"/>
            <a:ext cx="685800" cy="68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1271016"/>
            <a:ext cx="612648" cy="61264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040880" y="201168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0408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Advanced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690372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6922008" y="28803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Gradient-boosted trees. Highly accurate and handles imbalanced datasets well.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995160" y="4160520"/>
            <a:ext cx="1645920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995160" y="4160520"/>
            <a:ext cx="143195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90372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87% accuracy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Results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005840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32120" y="100584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96712" y="1005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85%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720840" y="10424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20840" y="14081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32120" y="1901952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1901952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96712" y="19019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83%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72084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2304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Positive class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32120" y="2798064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32120" y="2798064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96712" y="279806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79%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72084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Recall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0840" y="32004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True churn rate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32120" y="3694176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32120" y="3694176"/>
            <a:ext cx="64008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96712" y="369417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</a:rPr>
              <a:t>81%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720840" y="3730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F1 Score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20840" y="4096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Harmonic mean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526280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04672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Best Model: Random Forest Classifier — 85% Accuracy  |  Handles large datasets  |  Reduces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Enhancements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Challenges Faced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749040" cy="64008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Missing &amp; null values in customer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749040" cy="64008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Imbalanced dataset (only ~26% churn)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749040" cy="64008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Optimal feature selection complexity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749040" cy="64008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Risk of model overfitting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115568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16636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937760" y="1691640"/>
            <a:ext cx="3749040" cy="64008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865376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58384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Deploy prediction app with Streamlit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937760" y="2468880"/>
            <a:ext cx="3749040" cy="64008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642616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58384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Real-time prediction pipeline system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937760" y="3246120"/>
            <a:ext cx="3749040" cy="64008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41985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58384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Deep Learning (LSTM / Neural Networks)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937760" y="4023360"/>
            <a:ext cx="3749040" cy="64008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4197096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58384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Cloud deployment on AWS / GCP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6675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34440"/>
            <a:ext cx="1371600" cy="39319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Telecom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097280"/>
            <a:ext cx="7040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Identify customers likely to switch carriers and offer targeted retention deals.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73152" cy="6675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011680"/>
            <a:ext cx="1371600" cy="393192"/>
          </a:xfrm>
          <a:prstGeom prst="rect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1168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Banking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1874520"/>
            <a:ext cx="7040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Predict which customers may close accounts or switch to competing financial products.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73152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788920"/>
            <a:ext cx="1371600" cy="39319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78892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Streaming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2651760"/>
            <a:ext cx="7040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Detect subscribers about to cancel Netflix, Amazon Prime, or similar platforms.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29000"/>
            <a:ext cx="73152" cy="6675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566160"/>
            <a:ext cx="1371600" cy="393192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E-Commerce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3429000"/>
            <a:ext cx="7040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Anticipate drop-off in repeat purchasing and target users with personalized offers.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06240"/>
            <a:ext cx="73152" cy="6675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4343400"/>
            <a:ext cx="1371600" cy="39319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4340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Insurance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65960" y="4206240"/>
            <a:ext cx="7040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Forecast policy lapsing or non-renewal to proactively engage at-risk policyholders.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8412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Machine Learning can transform raw customer data into actionable business intelligence. By accurately predicting churn, companies can: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420624" cy="420624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194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1031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Identify at-risk customers early, before they leave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20624" cy="420624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8529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76148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Design personalized retention strategies and offers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493008"/>
            <a:ext cx="420624" cy="420624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51129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41985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Reduce revenue loss through proactive engagement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151376"/>
            <a:ext cx="420624" cy="420624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16966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07822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Scale prediction to millions of records in real-time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4617720"/>
            <a:ext cx="8229600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D8"/>
                </a:solidFill>
              </a:rPr>
              <a:t>Random Forest Classifier | 85% Accuracy | Data Science &amp; Business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Machine Learning</dc:title>
  <dc:subject>PptxGenJS Presentation</dc:subject>
  <dc:creator>PptxGenJS</dc:creator>
  <cp:lastModifiedBy>PptxGenJS</cp:lastModifiedBy>
  <cp:revision>1</cp:revision>
  <dcterms:created xsi:type="dcterms:W3CDTF">2026-05-10T07:25:13Z</dcterms:created>
  <dcterms:modified xsi:type="dcterms:W3CDTF">2026-05-10T07:25:13Z</dcterms:modified>
</cp:coreProperties>
</file>